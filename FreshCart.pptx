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0697-42E8-B826-08D0-6188B0CE6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4D95C-0F6B-DC9B-51B6-84E7E5A72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2889-5389-394B-8EEC-7A29131F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BFD57-EDD1-11A4-8E20-1136CC97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5FA8-D314-1B2C-E150-EB85626F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8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D101-70BC-B9F2-7A25-795A8F70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7BC8-579E-D3C3-1A38-7E8F59C97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D8F4-1A71-35AD-120B-3DE1D25C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72564-0A05-ACBD-2563-7B56B542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EB4CE-5B6E-5E19-EF2D-765265E4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8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BB54-AC12-2B02-FE56-096A0177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17F99-81EF-40FE-7C13-277AE575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A2E6-1FBD-4602-7ABA-7E1B58A9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BAD95-7774-4A9E-4B24-DC6D6D2E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C3487-F944-7E9E-4962-187F5332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0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D70E-97D8-5326-803C-5B7602AB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06031-34DA-56E9-E35A-FCCBDEF49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E0685-7653-36B9-AA66-E8A0DBFA5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CE39E-1255-D48A-75D0-9F57A24B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A4C8B-FABF-576E-F1F8-1DC0AB98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4150E-1EEC-3EFB-0645-1499964F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5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74B1-40A2-01E0-D94A-ADEE3055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37DE6-98E0-0DA9-141F-8794A03A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4333F-D484-62F0-7E54-88269EB93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8A157-6243-1338-653C-CEA322441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8B675-D337-302C-89EA-4F929E5B2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98B61-17C4-3104-3F82-786064FB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E60D2A-53C1-B3E9-6EE5-FE7ABDA9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AF9E1-88B1-9CF6-725F-9556711F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3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E071-8F72-A458-0F65-40F3E062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E5B01-61E0-3D78-286D-08870A50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5B40-D0E9-0F15-1DF5-FF7E3B9E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2B49F-DF06-F471-17C8-397E462B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85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7ADE6-FD1C-054B-7783-ED93EE25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A3598-A0B6-3D60-524D-69C201E0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F1A07-19A2-AE44-2251-FC553702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26F9-1AEF-DC70-0426-534F092A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1FB4-66A5-38B4-13E0-A88E83F0C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A6F1A-0426-FF65-B39D-CCC4FA1E0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D88B-4820-1D55-F941-F265C679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40877-36A8-591B-99E4-2119006C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095BE-5EE3-C8B8-F596-06E5AD691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67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D11B-86CB-B2F2-5216-54340C03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1736E-1E3D-4F65-D68F-73DCD9995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F73C1-2232-320B-1843-FF328E748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01973-0D69-1967-82C7-FC0ED9E1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6B4EA-0502-2386-DFDD-33387358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6921-6C2C-856D-C33E-E49D4F61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98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81F4-43B0-9838-8479-17267970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C346A-52C7-E6B9-BA6E-53419F2F5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9D5C1-D59F-8052-782D-6BF1B9B5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9B6B2-8EE3-486D-668A-59715494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06EC6-99DF-CC07-D8F3-5650E3AB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92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6238E-7EB9-9EA0-9915-10DB69C61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26945-4685-2C3A-5BF1-A6206DFD9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414B-0647-613F-2ACB-AF966F4E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9CBFD-DC1C-7462-023A-3516B585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55B1A-7984-6A61-D692-7F81D0C5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34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55B2-4CCB-42D1-6632-E1353A9C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8B35-F745-C71A-656D-C21D50A8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230F-D0AA-972B-479C-C193A5AB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7B4EB-3F72-EF4E-692D-C41E616E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59BAA-730C-6F55-316D-82284FC2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33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9DF77-54D3-94AF-F1AD-21D1D53C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A2070-94B4-AD9B-B028-B2DC3C09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97EAA-43AD-29CC-ECA1-38F8C43A6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1DC96-45FE-4613-940A-BADB72AC13AC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B5247-7531-B5B3-5F8D-D09206A36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6216-4C62-F343-2D77-A91D57EC1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F5C38-8EF5-4D64-914C-763ED8F5D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95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DAE1-DEC6-596C-8521-7CE2FB35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FreshCart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65851-15CD-1339-D8F6-0FA76C6CB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334155"/>
                </a:solidFill>
                <a:latin typeface="Segoe UI" panose="020B0502040204020203" pitchFamily="34" charset="0"/>
              </a:rPr>
              <a:t>Advanced AI E-Commerce &amp; Last-Mile Logistics</a:t>
            </a:r>
          </a:p>
          <a:p>
            <a:r>
              <a:rPr lang="en-US" sz="2200">
                <a:solidFill>
                  <a:srgbClr val="334155"/>
                </a:solidFill>
                <a:latin typeface="Segoe UI" panose="020B0502040204020203" pitchFamily="34" charset="0"/>
              </a:rPr>
              <a:t>Designed &amp; Developed by: Albin</a:t>
            </a:r>
            <a:endParaRPr lang="en-IN" sz="2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78F3BD-D194-6E22-B925-5F52984CFC4A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5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3087-3AA9-BBEA-5831-44CAD457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Project 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06747-B50A-7DEB-8692-8398E412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FreshCart is a microservices-oriented ecosystem for multi-stakeholder operations.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Integrated portals for Customers, Sellers, Delivery Agents, and Administrators.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Focused on scalability, AI-driven insights, and geospatial efficiency.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6E16AB-B128-8DCA-40A2-A4462D1123BC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20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7538-0978-C028-43D2-8B3272C3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Intelligent Dispatch System (IDS)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84A70-D158-CB86-5A2E-1DBDCD14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Core Algorithm: DBSCAN for identifying high-density delivery clusters.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 Load Balancing: K-Means for regional centroid and terminal optimization.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Automation: Real-time batching of orders into 'Pools' for agent assignment.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Tech: Python Clustering Engine with specialized geospatial libraries.</a:t>
            </a:r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95ACC2-EC79-8C57-A295-E00E40EBC971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25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D387-B529-D7F6-568E-8EFD6406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AI Support Chatbot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D77AA-6CA0-0B61-CE09-9B1580F0E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NLP Engine: Intent classification using NLTK and Transformers.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Integration: Real-time database hooks for order status and tracking.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Features: Automated issue reporting and dynamic platform documentation Q&amp;A.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• Benefit: 70% reduction in common customer support tickets.</a:t>
            </a:r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76346A-101E-FA31-A6FE-2ADE2536E415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6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7C76-D701-6F36-14EF-3CE188D36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AI Performance Intelligence (SVM)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492A-9B23-64C5-737B-BA2F7408E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 Model: Support Vector Machine (SVM) utilizing a Radial Basis Function (RBF) kernel.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Logic: Predictive tiering of sellers (Excellent vs Poor) based on delivery metrics.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Analytics: Fraud detection and risk assessment of seller accounts.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Visuals: Real-time performance dashboards within the Seller Portal.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0A2D7F-A6FB-9DCC-A976-2D6C634EC6D2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24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6EC1-62EC-A4B2-46DC-07428F30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Source Local: Grower Portal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112C9-8FB0-DD3C-7C6D-F84C09509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Sourcing: Dedicated C2B module for farmers to propose stock to merchants.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Transparency: AI-verified quality tags and grower reliability scores.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Logistics: Direct integration with IDS for farm-to-warehouse transport.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Vision: Building a sustainable, local, and transparent supply chain.</a:t>
            </a:r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311367-25C1-DF30-4638-D8A7C90A7442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258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110A-BDA7-A768-A475-4F507B5F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Marketing: Coupons &amp; Flash Sales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C0CC4-2BB5-3466-B1B2-EDE24EE75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Coupon Engine: Dynamic coupon creation with usage-limit guards.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Flash Sale System: Real-time countdowns using Socket.io for synchronization.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Stock Intelligence: AI suggests which items to put on sale based on velocity.</a:t>
            </a:r>
          </a:p>
          <a:p>
            <a:endParaRPr lang="en-US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US" sz="2200" dirty="0">
                <a:solidFill>
                  <a:srgbClr val="334155"/>
                </a:solidFill>
                <a:latin typeface="Segoe UI" panose="020B0502040204020203" pitchFamily="34" charset="0"/>
              </a:rPr>
              <a:t>Impact: Drives customer retention and inventory turnover.</a:t>
            </a:r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1427B9-12D8-C742-3708-7F8A31B50A99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26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876F-D919-9871-D517-E944E115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Microservices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48EA6-597D-5F0B-B0BE-F7D25C189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Premium Plans: Tiered subscription models with priority delivery routing.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Tax Microservice: Isolated logic for GST, TCS, and regional fee calculations.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Order Integrity: Shared utility services ensuring data consistency across portals.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Security: JWT authentication with Role-Based Access Control (RBAC).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8B530A-E69E-CD4E-0672-549AE9C5BC76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96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D827-CEC2-9262-07B6-5C259E237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Technology &amp;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824A8-F89E-E834-C655-3D471851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 MERN Stack: MongoDB (Data), Express/Node.js (API), React (UI/UX).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AI Layer: Python 3.9, Scikit-learn, NLTK, </a:t>
            </a:r>
            <a:r>
              <a:rPr lang="en-IN" sz="2200" dirty="0" err="1">
                <a:solidFill>
                  <a:srgbClr val="334155"/>
                </a:solidFill>
                <a:latin typeface="Segoe UI" panose="020B0502040204020203" pitchFamily="34" charset="0"/>
              </a:rPr>
              <a:t>Joblib</a:t>
            </a:r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Frontend: Vite, Tailwind CSS, Framer Motion, </a:t>
            </a:r>
            <a:r>
              <a:rPr lang="en-IN" sz="2200" dirty="0" err="1">
                <a:solidFill>
                  <a:srgbClr val="334155"/>
                </a:solidFill>
                <a:latin typeface="Segoe UI" panose="020B0502040204020203" pitchFamily="34" charset="0"/>
              </a:rPr>
              <a:t>Shadcn</a:t>
            </a:r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/UI.</a:t>
            </a:r>
          </a:p>
          <a:p>
            <a:endParaRPr lang="en-IN" sz="2200" dirty="0">
              <a:solidFill>
                <a:srgbClr val="334155"/>
              </a:solidFill>
              <a:latin typeface="Segoe UI" panose="020B0502040204020203" pitchFamily="34" charset="0"/>
            </a:endParaRPr>
          </a:p>
          <a:p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Payments: </a:t>
            </a:r>
            <a:r>
              <a:rPr lang="en-IN" sz="2200" dirty="0" err="1">
                <a:solidFill>
                  <a:srgbClr val="334155"/>
                </a:solidFill>
                <a:latin typeface="Segoe UI" panose="020B0502040204020203" pitchFamily="34" charset="0"/>
              </a:rPr>
              <a:t>Razorpay</a:t>
            </a:r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 SDK | Media: </a:t>
            </a:r>
            <a:r>
              <a:rPr lang="en-IN" sz="2200" dirty="0" err="1">
                <a:solidFill>
                  <a:srgbClr val="334155"/>
                </a:solidFill>
                <a:latin typeface="Segoe UI" panose="020B0502040204020203" pitchFamily="34" charset="0"/>
              </a:rPr>
              <a:t>Cloudinary</a:t>
            </a:r>
            <a:r>
              <a:rPr lang="en-IN" sz="2200" dirty="0">
                <a:solidFill>
                  <a:srgbClr val="334155"/>
                </a:solidFill>
                <a:latin typeface="Segoe UI" panose="020B0502040204020203" pitchFamily="34" charset="0"/>
              </a:rPr>
              <a:t> CDN.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E5977E-5373-DCB9-6FD6-DE13F464E1F0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74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54AB-1B1D-D91D-D7A6-2E53A4568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0F172A"/>
                </a:solidFill>
                <a:latin typeface="Segoe UI Semibold" panose="020B07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DBABC-76AA-7B67-ACE2-B59A35B83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334155"/>
                </a:solidFill>
                <a:latin typeface="Segoe UI" panose="020B0502040204020203" pitchFamily="34" charset="0"/>
              </a:rPr>
              <a:t>FreshCart Ecosystem | Developed by Albin</a:t>
            </a:r>
          </a:p>
          <a:p>
            <a:r>
              <a:rPr lang="en-US" sz="2200">
                <a:solidFill>
                  <a:srgbClr val="334155"/>
                </a:solidFill>
                <a:latin typeface="Segoe UI" panose="020B0502040204020203" pitchFamily="34" charset="0"/>
              </a:rPr>
              <a:t>Questions &amp; Discussion</a:t>
            </a:r>
            <a:endParaRPr lang="en-IN" sz="2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56AC0B-FFD5-52D0-0670-435F740FFD66}"/>
              </a:ext>
            </a:extLst>
          </p:cNvPr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17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Segoe UI Semibold</vt:lpstr>
      <vt:lpstr>Office Theme</vt:lpstr>
      <vt:lpstr>FreshCart</vt:lpstr>
      <vt:lpstr>Project Ecosystem</vt:lpstr>
      <vt:lpstr>Intelligent Dispatch System (IDS)</vt:lpstr>
      <vt:lpstr>AI Support Chatbot</vt:lpstr>
      <vt:lpstr>AI Performance Intelligence (SVM)</vt:lpstr>
      <vt:lpstr>Source Local: Grower Portal</vt:lpstr>
      <vt:lpstr>Marketing: Coupons &amp; Flash Sales</vt:lpstr>
      <vt:lpstr>Microservices Architecture</vt:lpstr>
      <vt:lpstr>Technology &amp; Infrastructure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Albin Mathew</dc:creator>
  <cp:lastModifiedBy>Albin Mathew</cp:lastModifiedBy>
  <cp:revision>1</cp:revision>
  <dcterms:created xsi:type="dcterms:W3CDTF">2026-03-17T16:06:05Z</dcterms:created>
  <dcterms:modified xsi:type="dcterms:W3CDTF">2026-03-17T16:06:13Z</dcterms:modified>
</cp:coreProperties>
</file>